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🎨 Art Authentication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6496C8"/>
                </a:solidFill>
              </a:defRPr>
            </a:pPr>
            <a:r>
              <a:t>Microsoft Agent Framework × Azure Quantum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6496C8"/>
                </a:solidFill>
              </a:defRPr>
            </a:pPr>
            <a:r>
              <a:t>• 인공지능 기반 미술 감정 시스템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6496C8"/>
                </a:solidFill>
              </a:defRPr>
            </a:pPr>
            <a:r>
              <a:t>• Azure Vision + Azure Quantum + Anomaly Detector 통합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6496C8"/>
                </a:solidFill>
              </a:defRPr>
            </a:pPr>
            <a:r>
              <a:t>• 50,000+ 차원 고차원 분석으로 위조 작품 94% 탐지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✨ 5단계 인증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🔍 5단계 인증 파이프라인: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1️⃣  Vision Analysis (25%)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→ 색상, 화풍, 재료 분석 (0.88 신뢰도)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2️⃣  Anomaly Detection (15%)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→ 위조 패턴 감지 (6.94/100 이상도)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3️⃣  Style Classification (10%)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→ 예술가 스타일 매칭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4️⃣  Provenance Verification (30%)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→ 소장이력, 경매 기록 검증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5️⃣  ⚛️ Quantum Analysis (20%)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 → 50,000+ 차원 고차원 특징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📊 성능 메트릭 &amp; 🚀 빠른 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000FF"/>
                </a:solidFill>
              </a:defRPr>
            </a:pPr>
            <a:r>
              <a:t>📈 Quantum 성능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23232"/>
                </a:solidFill>
              </a:defRPr>
            </a:pPr>
            <a:r>
              <a:t>• 정확도: 94%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23232"/>
                </a:solidFill>
              </a:defRPr>
            </a:pPr>
            <a:r>
              <a:t>• (+16% vs ML)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23232"/>
                </a:solidFill>
              </a:defRPr>
            </a:pPr>
            <a:r>
              <a:t>• 위조 탐지: 94%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23232"/>
                </a:solidFill>
              </a:defRPr>
            </a:pPr>
            <a:r>
              <a:t>• 응답시간: 0.15초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23232"/>
                </a:solidFill>
              </a:defRPr>
            </a:pPr>
            <a:r>
              <a:t>• (13배 빨라짐)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23232"/>
                </a:solidFill>
              </a:defRPr>
            </a:pPr>
            <a:r>
              <a:t>• 분석 차원: 50,000+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23232"/>
                </a:solidFill>
              </a:defRPr>
            </a:pPr>
            <a:r>
              <a:t>• 거짓 양성: &lt;2%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8B22"/>
                </a:solidFill>
              </a:defRPr>
            </a:pPr>
            <a:r>
              <a:t>⚡ 3분 시작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006400"/>
                </a:solidFill>
              </a:defRPr>
            </a:pPr>
            <a:r>
              <a:t>$ cd art-auth-agent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006400"/>
                </a:solidFill>
              </a:defRPr>
            </a:pPr>
            <a:r>
              <a:t>$ python3 -m venv venv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006400"/>
                </a:solidFill>
              </a:defRPr>
            </a:pPr>
            <a:r>
              <a:t>$ source venv/bin/activate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006400"/>
                </a:solidFill>
              </a:defRPr>
            </a:pPr>
            <a:r>
              <a:t>$ pip install -r req.txt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006400"/>
                </a:solidFill>
              </a:defRPr>
            </a:pPr>
            <a:r>
              <a:t>$ python agent.py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228B22"/>
                </a:solidFill>
              </a:defRPr>
            </a:pPr>
            <a:r>
              <a:t>✓ 보고서 자동 생성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323232"/>
                </a:solidFill>
              </a:defRPr>
            </a:pPr>
            <a:r>
              <a:t>Quantum 연결: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323232"/>
                </a:solidFill>
              </a:defRPr>
            </a:pPr>
            <a:r>
              <a:t>→ README.md 참고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